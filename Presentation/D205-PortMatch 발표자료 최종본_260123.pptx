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24384000" cy="13716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30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0.png"/><Relationship Id="rId5" Type="http://schemas.openxmlformats.org/officeDocument/2006/relationships/image" Target="../media/image11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9.png"/><Relationship Id="rId21" Type="http://schemas.openxmlformats.org/officeDocument/2006/relationships/image" Target="../media/image39.png"/><Relationship Id="rId7" Type="http://schemas.openxmlformats.org/officeDocument/2006/relationships/image" Target="../media/image13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2" Type="http://schemas.openxmlformats.org/officeDocument/2006/relationships/image" Target="../media/image25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5" Type="http://schemas.openxmlformats.org/officeDocument/2006/relationships/image" Target="../media/image11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6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1.png"/><Relationship Id="rId18" Type="http://schemas.openxmlformats.org/officeDocument/2006/relationships/image" Target="../media/image49.png"/><Relationship Id="rId26" Type="http://schemas.openxmlformats.org/officeDocument/2006/relationships/image" Target="../media/image51.png"/><Relationship Id="rId3" Type="http://schemas.openxmlformats.org/officeDocument/2006/relationships/image" Target="../media/image9.png"/><Relationship Id="rId21" Type="http://schemas.openxmlformats.org/officeDocument/2006/relationships/image" Target="../media/image39.png"/><Relationship Id="rId7" Type="http://schemas.openxmlformats.org/officeDocument/2006/relationships/image" Target="../media/image13.png"/><Relationship Id="rId12" Type="http://schemas.openxmlformats.org/officeDocument/2006/relationships/image" Target="../media/image30.png"/><Relationship Id="rId17" Type="http://schemas.openxmlformats.org/officeDocument/2006/relationships/image" Target="../media/image48.png"/><Relationship Id="rId25" Type="http://schemas.openxmlformats.org/officeDocument/2006/relationships/image" Target="../media/image37.png"/><Relationship Id="rId2" Type="http://schemas.openxmlformats.org/officeDocument/2006/relationships/image" Target="../media/image44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5" Type="http://schemas.openxmlformats.org/officeDocument/2006/relationships/image" Target="../media/image46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10" Type="http://schemas.openxmlformats.org/officeDocument/2006/relationships/image" Target="../media/image28.png"/><Relationship Id="rId19" Type="http://schemas.openxmlformats.org/officeDocument/2006/relationships/image" Target="../media/image50.png"/><Relationship Id="rId4" Type="http://schemas.openxmlformats.org/officeDocument/2006/relationships/image" Target="../media/image45.png"/><Relationship Id="rId9" Type="http://schemas.openxmlformats.org/officeDocument/2006/relationships/image" Target="../media/image27.png"/><Relationship Id="rId14" Type="http://schemas.openxmlformats.org/officeDocument/2006/relationships/image" Target="../media/image47.png"/><Relationship Id="rId22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58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57.png"/><Relationship Id="rId2" Type="http://schemas.openxmlformats.org/officeDocument/2006/relationships/image" Target="../media/image52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56.png"/><Relationship Id="rId5" Type="http://schemas.openxmlformats.org/officeDocument/2006/relationships/image" Target="../media/image11.png"/><Relationship Id="rId15" Type="http://schemas.openxmlformats.org/officeDocument/2006/relationships/image" Target="../media/image40.png"/><Relationship Id="rId10" Type="http://schemas.openxmlformats.org/officeDocument/2006/relationships/image" Target="../media/image55.png"/><Relationship Id="rId4" Type="http://schemas.openxmlformats.org/officeDocument/2006/relationships/image" Target="../media/image53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40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65.png"/><Relationship Id="rId2" Type="http://schemas.openxmlformats.org/officeDocument/2006/relationships/image" Target="../media/image61.png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64.png"/><Relationship Id="rId5" Type="http://schemas.openxmlformats.org/officeDocument/2006/relationships/image" Target="../media/image11.png"/><Relationship Id="rId15" Type="http://schemas.openxmlformats.org/officeDocument/2006/relationships/image" Target="../media/image66.png"/><Relationship Id="rId10" Type="http://schemas.openxmlformats.org/officeDocument/2006/relationships/image" Target="../media/image63.png"/><Relationship Id="rId4" Type="http://schemas.openxmlformats.org/officeDocument/2006/relationships/image" Target="../media/image45.png"/><Relationship Id="rId9" Type="http://schemas.openxmlformats.org/officeDocument/2006/relationships/image" Target="../media/image62.png"/><Relationship Id="rId1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7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image" Target="../media/image68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60.png"/><Relationship Id="rId5" Type="http://schemas.openxmlformats.org/officeDocument/2006/relationships/image" Target="../media/image11.png"/><Relationship Id="rId15" Type="http://schemas.openxmlformats.org/officeDocument/2006/relationships/image" Target="../media/image74.png"/><Relationship Id="rId10" Type="http://schemas.openxmlformats.org/officeDocument/2006/relationships/image" Target="../media/image70.png"/><Relationship Id="rId4" Type="http://schemas.openxmlformats.org/officeDocument/2006/relationships/image" Target="../media/image26.png"/><Relationship Id="rId9" Type="http://schemas.openxmlformats.org/officeDocument/2006/relationships/image" Target="../media/image69.png"/><Relationship Id="rId1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83.png"/><Relationship Id="rId18" Type="http://schemas.openxmlformats.org/officeDocument/2006/relationships/image" Target="../media/image60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82.png"/><Relationship Id="rId17" Type="http://schemas.openxmlformats.org/officeDocument/2006/relationships/image" Target="../media/image70.png"/><Relationship Id="rId2" Type="http://schemas.openxmlformats.org/officeDocument/2006/relationships/image" Target="../media/image77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81.png"/><Relationship Id="rId5" Type="http://schemas.openxmlformats.org/officeDocument/2006/relationships/image" Target="../media/image11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78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13.png"/><Relationship Id="rId12" Type="http://schemas.openxmlformats.org/officeDocument/2006/relationships/image" Target="../media/image9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90.png"/><Relationship Id="rId5" Type="http://schemas.openxmlformats.org/officeDocument/2006/relationships/image" Target="../media/image11.png"/><Relationship Id="rId10" Type="http://schemas.openxmlformats.org/officeDocument/2006/relationships/image" Target="../media/image89.png"/><Relationship Id="rId4" Type="http://schemas.openxmlformats.org/officeDocument/2006/relationships/image" Target="../media/image10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90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8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98.png"/><Relationship Id="rId5" Type="http://schemas.openxmlformats.org/officeDocument/2006/relationships/image" Target="../media/image11.png"/><Relationship Id="rId10" Type="http://schemas.openxmlformats.org/officeDocument/2006/relationships/image" Target="../media/image97.png"/><Relationship Id="rId4" Type="http://schemas.openxmlformats.org/officeDocument/2006/relationships/image" Target="../media/image95.png"/><Relationship Id="rId9" Type="http://schemas.openxmlformats.org/officeDocument/2006/relationships/image" Target="../media/image9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0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03.png"/><Relationship Id="rId17" Type="http://schemas.openxmlformats.org/officeDocument/2006/relationships/image" Target="../media/image90.png"/><Relationship Id="rId2" Type="http://schemas.openxmlformats.org/officeDocument/2006/relationships/image" Target="../media/image99.pn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02.png"/><Relationship Id="rId5" Type="http://schemas.openxmlformats.org/officeDocument/2006/relationships/image" Target="../media/image11.png"/><Relationship Id="rId15" Type="http://schemas.openxmlformats.org/officeDocument/2006/relationships/image" Target="../media/image106.png"/><Relationship Id="rId10" Type="http://schemas.openxmlformats.org/officeDocument/2006/relationships/image" Target="../media/image101.png"/><Relationship Id="rId4" Type="http://schemas.openxmlformats.org/officeDocument/2006/relationships/image" Target="../media/image26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10.png"/><Relationship Id="rId5" Type="http://schemas.openxmlformats.org/officeDocument/2006/relationships/image" Target="../media/image109.png"/><Relationship Id="rId10" Type="http://schemas.openxmlformats.org/officeDocument/2006/relationships/image" Target="../media/image90.png"/><Relationship Id="rId4" Type="http://schemas.openxmlformats.org/officeDocument/2006/relationships/image" Target="../media/image108.png"/><Relationship Id="rId9" Type="http://schemas.openxmlformats.org/officeDocument/2006/relationships/image" Target="../media/image8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18" Type="http://schemas.openxmlformats.org/officeDocument/2006/relationships/image" Target="../media/image121.png"/><Relationship Id="rId3" Type="http://schemas.openxmlformats.org/officeDocument/2006/relationships/image" Target="../media/image9.png"/><Relationship Id="rId21" Type="http://schemas.openxmlformats.org/officeDocument/2006/relationships/image" Target="../media/image124.png"/><Relationship Id="rId7" Type="http://schemas.openxmlformats.org/officeDocument/2006/relationships/image" Target="../media/image14.png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image" Target="../media/image99.png"/><Relationship Id="rId16" Type="http://schemas.openxmlformats.org/officeDocument/2006/relationships/image" Target="../media/image119.png"/><Relationship Id="rId20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14.png"/><Relationship Id="rId5" Type="http://schemas.openxmlformats.org/officeDocument/2006/relationships/image" Target="../media/image12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19" Type="http://schemas.openxmlformats.org/officeDocument/2006/relationships/image" Target="../media/image122.png"/><Relationship Id="rId4" Type="http://schemas.openxmlformats.org/officeDocument/2006/relationships/image" Target="../media/image11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Relationship Id="rId22" Type="http://schemas.openxmlformats.org/officeDocument/2006/relationships/image" Target="../media/image1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24.png"/><Relationship Id="rId18" Type="http://schemas.openxmlformats.org/officeDocument/2006/relationships/image" Target="../media/image132.png"/><Relationship Id="rId3" Type="http://schemas.openxmlformats.org/officeDocument/2006/relationships/image" Target="../media/image9.png"/><Relationship Id="rId21" Type="http://schemas.openxmlformats.org/officeDocument/2006/relationships/image" Target="../media/image135.png"/><Relationship Id="rId7" Type="http://schemas.openxmlformats.org/officeDocument/2006/relationships/image" Target="../media/image26.png"/><Relationship Id="rId12" Type="http://schemas.openxmlformats.org/officeDocument/2006/relationships/image" Target="../media/image123.png"/><Relationship Id="rId17" Type="http://schemas.openxmlformats.org/officeDocument/2006/relationships/image" Target="../media/image131.png"/><Relationship Id="rId2" Type="http://schemas.openxmlformats.org/officeDocument/2006/relationships/image" Target="../media/image77.png"/><Relationship Id="rId16" Type="http://schemas.openxmlformats.org/officeDocument/2006/relationships/image" Target="../media/image130.png"/><Relationship Id="rId20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14.png"/><Relationship Id="rId5" Type="http://schemas.openxmlformats.org/officeDocument/2006/relationships/image" Target="../media/image127.png"/><Relationship Id="rId15" Type="http://schemas.openxmlformats.org/officeDocument/2006/relationships/image" Target="../media/image129.png"/><Relationship Id="rId23" Type="http://schemas.openxmlformats.org/officeDocument/2006/relationships/image" Target="../media/image137.png"/><Relationship Id="rId10" Type="http://schemas.openxmlformats.org/officeDocument/2006/relationships/image" Target="../media/image13.png"/><Relationship Id="rId19" Type="http://schemas.openxmlformats.org/officeDocument/2006/relationships/image" Target="../media/image133.png"/><Relationship Id="rId4" Type="http://schemas.openxmlformats.org/officeDocument/2006/relationships/image" Target="../media/image126.png"/><Relationship Id="rId9" Type="http://schemas.openxmlformats.org/officeDocument/2006/relationships/image" Target="../media/image12.png"/><Relationship Id="rId14" Type="http://schemas.openxmlformats.org/officeDocument/2006/relationships/image" Target="../media/image111.png"/><Relationship Id="rId22" Type="http://schemas.openxmlformats.org/officeDocument/2006/relationships/image" Target="../media/image1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24.png"/><Relationship Id="rId18" Type="http://schemas.openxmlformats.org/officeDocument/2006/relationships/image" Target="../media/image130.png"/><Relationship Id="rId26" Type="http://schemas.openxmlformats.org/officeDocument/2006/relationships/image" Target="../media/image149.png"/><Relationship Id="rId3" Type="http://schemas.openxmlformats.org/officeDocument/2006/relationships/image" Target="../media/image9.png"/><Relationship Id="rId21" Type="http://schemas.openxmlformats.org/officeDocument/2006/relationships/image" Target="../media/image133.png"/><Relationship Id="rId7" Type="http://schemas.openxmlformats.org/officeDocument/2006/relationships/image" Target="../media/image142.png"/><Relationship Id="rId12" Type="http://schemas.openxmlformats.org/officeDocument/2006/relationships/image" Target="../media/image123.png"/><Relationship Id="rId17" Type="http://schemas.openxmlformats.org/officeDocument/2006/relationships/image" Target="../media/image135.png"/><Relationship Id="rId25" Type="http://schemas.openxmlformats.org/officeDocument/2006/relationships/image" Target="../media/image148.png"/><Relationship Id="rId2" Type="http://schemas.openxmlformats.org/officeDocument/2006/relationships/image" Target="../media/image138.png"/><Relationship Id="rId16" Type="http://schemas.openxmlformats.org/officeDocument/2006/relationships/image" Target="../media/image111.png"/><Relationship Id="rId20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11" Type="http://schemas.openxmlformats.org/officeDocument/2006/relationships/image" Target="../media/image14.png"/><Relationship Id="rId24" Type="http://schemas.openxmlformats.org/officeDocument/2006/relationships/image" Target="../media/image147.png"/><Relationship Id="rId5" Type="http://schemas.openxmlformats.org/officeDocument/2006/relationships/image" Target="../media/image140.png"/><Relationship Id="rId15" Type="http://schemas.openxmlformats.org/officeDocument/2006/relationships/image" Target="../media/image144.png"/><Relationship Id="rId23" Type="http://schemas.openxmlformats.org/officeDocument/2006/relationships/image" Target="../media/image129.png"/><Relationship Id="rId10" Type="http://schemas.openxmlformats.org/officeDocument/2006/relationships/image" Target="../media/image13.png"/><Relationship Id="rId19" Type="http://schemas.openxmlformats.org/officeDocument/2006/relationships/image" Target="../media/image145.png"/><Relationship Id="rId4" Type="http://schemas.openxmlformats.org/officeDocument/2006/relationships/image" Target="../media/image139.png"/><Relationship Id="rId9" Type="http://schemas.openxmlformats.org/officeDocument/2006/relationships/image" Target="../media/image12.png"/><Relationship Id="rId14" Type="http://schemas.openxmlformats.org/officeDocument/2006/relationships/image" Target="../media/image143.png"/><Relationship Id="rId22" Type="http://schemas.openxmlformats.org/officeDocument/2006/relationships/image" Target="../media/image13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55.png"/><Relationship Id="rId18" Type="http://schemas.openxmlformats.org/officeDocument/2006/relationships/image" Target="../media/image160.png"/><Relationship Id="rId26" Type="http://schemas.openxmlformats.org/officeDocument/2006/relationships/image" Target="../media/image168.png"/><Relationship Id="rId3" Type="http://schemas.openxmlformats.org/officeDocument/2006/relationships/image" Target="../media/image9.png"/><Relationship Id="rId21" Type="http://schemas.openxmlformats.org/officeDocument/2006/relationships/image" Target="../media/image163.png"/><Relationship Id="rId7" Type="http://schemas.openxmlformats.org/officeDocument/2006/relationships/image" Target="../media/image13.png"/><Relationship Id="rId12" Type="http://schemas.openxmlformats.org/officeDocument/2006/relationships/image" Target="../media/image154.png"/><Relationship Id="rId17" Type="http://schemas.openxmlformats.org/officeDocument/2006/relationships/image" Target="../media/image159.png"/><Relationship Id="rId25" Type="http://schemas.openxmlformats.org/officeDocument/2006/relationships/image" Target="../media/image167.png"/><Relationship Id="rId2" Type="http://schemas.openxmlformats.org/officeDocument/2006/relationships/image" Target="../media/image150.png"/><Relationship Id="rId16" Type="http://schemas.openxmlformats.org/officeDocument/2006/relationships/image" Target="../media/image158.png"/><Relationship Id="rId20" Type="http://schemas.openxmlformats.org/officeDocument/2006/relationships/image" Target="../media/image162.png"/><Relationship Id="rId29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53.png"/><Relationship Id="rId24" Type="http://schemas.openxmlformats.org/officeDocument/2006/relationships/image" Target="../media/image166.png"/><Relationship Id="rId5" Type="http://schemas.openxmlformats.org/officeDocument/2006/relationships/image" Target="../media/image11.png"/><Relationship Id="rId15" Type="http://schemas.openxmlformats.org/officeDocument/2006/relationships/image" Target="../media/image157.png"/><Relationship Id="rId23" Type="http://schemas.openxmlformats.org/officeDocument/2006/relationships/image" Target="../media/image165.png"/><Relationship Id="rId28" Type="http://schemas.openxmlformats.org/officeDocument/2006/relationships/image" Target="../media/image170.png"/><Relationship Id="rId10" Type="http://schemas.openxmlformats.org/officeDocument/2006/relationships/image" Target="../media/image152.png"/><Relationship Id="rId19" Type="http://schemas.openxmlformats.org/officeDocument/2006/relationships/image" Target="../media/image161.png"/><Relationship Id="rId4" Type="http://schemas.openxmlformats.org/officeDocument/2006/relationships/image" Target="../media/image10.png"/><Relationship Id="rId9" Type="http://schemas.openxmlformats.org/officeDocument/2006/relationships/image" Target="../media/image151.png"/><Relationship Id="rId14" Type="http://schemas.openxmlformats.org/officeDocument/2006/relationships/image" Target="../media/image156.png"/><Relationship Id="rId22" Type="http://schemas.openxmlformats.org/officeDocument/2006/relationships/image" Target="../media/image164.png"/><Relationship Id="rId27" Type="http://schemas.openxmlformats.org/officeDocument/2006/relationships/image" Target="../media/image169.png"/><Relationship Id="rId30" Type="http://schemas.openxmlformats.org/officeDocument/2006/relationships/image" Target="../media/image17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4.png"/><Relationship Id="rId5" Type="http://schemas.openxmlformats.org/officeDocument/2006/relationships/image" Target="../media/image11.png"/><Relationship Id="rId10" Type="http://schemas.openxmlformats.org/officeDocument/2006/relationships/image" Target="../media/image173.png"/><Relationship Id="rId4" Type="http://schemas.openxmlformats.org/officeDocument/2006/relationships/image" Target="../media/image10.png"/><Relationship Id="rId9" Type="http://schemas.openxmlformats.org/officeDocument/2006/relationships/image" Target="../media/image17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4.png"/><Relationship Id="rId5" Type="http://schemas.openxmlformats.org/officeDocument/2006/relationships/image" Target="../media/image177.png"/><Relationship Id="rId10" Type="http://schemas.openxmlformats.org/officeDocument/2006/relationships/image" Target="../media/image173.png"/><Relationship Id="rId4" Type="http://schemas.openxmlformats.org/officeDocument/2006/relationships/image" Target="../media/image176.png"/><Relationship Id="rId9" Type="http://schemas.openxmlformats.org/officeDocument/2006/relationships/image" Target="../media/image1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06400"/>
            <a:ext cx="19964400" cy="3530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749300"/>
            <a:ext cx="21374100" cy="2527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1155700"/>
            <a:ext cx="22275800" cy="1270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" y="1562100"/>
            <a:ext cx="23215600" cy="1229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200" y="2311400"/>
            <a:ext cx="22885400" cy="4508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9600" y="6604000"/>
            <a:ext cx="11341100" cy="1066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10858500"/>
            <a:ext cx="113411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34300" y="1257300"/>
            <a:ext cx="1854200" cy="495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3700" y="1485900"/>
            <a:ext cx="194564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1500" y="5905500"/>
            <a:ext cx="156083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34300" y="1257300"/>
            <a:ext cx="1854200" cy="495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104900" y="2692400"/>
            <a:ext cx="15608300" cy="1181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0700" y="4267200"/>
            <a:ext cx="15608300" cy="1181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1300" y="6324600"/>
            <a:ext cx="23634700" cy="1181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81500" y="8547100"/>
            <a:ext cx="15608300" cy="1778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8700" y="12395200"/>
            <a:ext cx="6273800" cy="533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63700" y="1485900"/>
            <a:ext cx="195961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4500" y="1600200"/>
            <a:ext cx="10807700" cy="1003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6000" y="2768600"/>
            <a:ext cx="2425700" cy="4051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34200" y="6134100"/>
            <a:ext cx="4279900" cy="4013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433800" y="3149600"/>
            <a:ext cx="3848100" cy="306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598900" y="2603500"/>
            <a:ext cx="3568700" cy="4432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07100" y="2755900"/>
            <a:ext cx="4800600" cy="3124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5400" y="3644900"/>
            <a:ext cx="4622800" cy="1181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230600" y="8813800"/>
            <a:ext cx="4279900" cy="4013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19500" y="8407400"/>
            <a:ext cx="2425700" cy="4051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23000" y="8509000"/>
            <a:ext cx="4089400" cy="2654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21500" y="8128000"/>
            <a:ext cx="4622800" cy="2374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772900" y="2895600"/>
            <a:ext cx="5168900" cy="2298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823700" y="3238500"/>
            <a:ext cx="5092700" cy="1066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63700" y="1485900"/>
            <a:ext cx="17310100" cy="25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392900" y="1257300"/>
            <a:ext cx="2895600" cy="495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27500" y="6692900"/>
            <a:ext cx="1714500" cy="596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05300" y="12446000"/>
            <a:ext cx="1714500" cy="5969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925300" y="8839200"/>
            <a:ext cx="5168900" cy="2298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976100" y="9182100"/>
            <a:ext cx="5092700" cy="1066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2ED862-5B89-4E77-81A4-2AA332952051}"/>
              </a:ext>
            </a:extLst>
          </p:cNvPr>
          <p:cNvPicPr>
            <a:picLocks noChangeAspect="1"/>
          </p:cNvPicPr>
          <p:nvPr/>
        </p:nvPicPr>
        <p:blipFill>
          <a:blip r:embed="rId25">
            <a:alphaModFix amt="46000"/>
          </a:blip>
          <a:stretch>
            <a:fillRect/>
          </a:stretch>
        </p:blipFill>
        <p:spPr>
          <a:xfrm>
            <a:off x="838200" y="7467600"/>
            <a:ext cx="22110700" cy="552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4500" y="1600200"/>
            <a:ext cx="10807700" cy="1003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6000" y="2768600"/>
            <a:ext cx="2425700" cy="4051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34200" y="6134100"/>
            <a:ext cx="4279900" cy="4013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433800" y="3149600"/>
            <a:ext cx="3848100" cy="306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598900" y="2603500"/>
            <a:ext cx="3568700" cy="4432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07100" y="2755900"/>
            <a:ext cx="4800600" cy="3124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5400" y="3644900"/>
            <a:ext cx="4622800" cy="1181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230600" y="8813800"/>
            <a:ext cx="4279900" cy="4013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19500" y="8407400"/>
            <a:ext cx="2425700" cy="4051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23000" y="8509000"/>
            <a:ext cx="4089400" cy="2654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21500" y="8128000"/>
            <a:ext cx="2857500" cy="2374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772900" y="2895600"/>
            <a:ext cx="5168900" cy="2298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823700" y="3238500"/>
            <a:ext cx="5092700" cy="1066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63700" y="1485900"/>
            <a:ext cx="17310100" cy="25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392900" y="1257300"/>
            <a:ext cx="2895600" cy="495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27500" y="6692900"/>
            <a:ext cx="1714500" cy="596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05300" y="12446000"/>
            <a:ext cx="1714500" cy="5969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925300" y="8839200"/>
            <a:ext cx="5168900" cy="2298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976100" y="9182100"/>
            <a:ext cx="5092700" cy="1066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4508EA3-E304-4D20-A5E4-C792E5185B78}"/>
              </a:ext>
            </a:extLst>
          </p:cNvPr>
          <p:cNvPicPr>
            <a:picLocks noChangeAspect="1"/>
          </p:cNvPicPr>
          <p:nvPr/>
        </p:nvPicPr>
        <p:blipFill>
          <a:blip r:embed="rId26">
            <a:alphaModFix amt="46000"/>
          </a:blip>
          <a:stretch>
            <a:fillRect/>
          </a:stretch>
        </p:blipFill>
        <p:spPr>
          <a:xfrm>
            <a:off x="838200" y="2641600"/>
            <a:ext cx="2211070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4500" y="1600200"/>
            <a:ext cx="10807700" cy="1003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98100" y="4838700"/>
            <a:ext cx="3263900" cy="6731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>
            <a:alphaModFix amt="42000"/>
          </a:blip>
          <a:stretch>
            <a:fillRect/>
          </a:stretch>
        </p:blipFill>
        <p:spPr>
          <a:xfrm>
            <a:off x="3149600" y="3683000"/>
            <a:ext cx="6007100" cy="5067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42000"/>
          </a:blip>
          <a:stretch>
            <a:fillRect/>
          </a:stretch>
        </p:blipFill>
        <p:spPr>
          <a:xfrm>
            <a:off x="14173200" y="2679700"/>
            <a:ext cx="7061200" cy="5461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06600" y="4038600"/>
            <a:ext cx="5994400" cy="1422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3900" y="4559300"/>
            <a:ext cx="3695700" cy="2133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392900" y="1257300"/>
            <a:ext cx="2895600" cy="495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63700" y="1485900"/>
            <a:ext cx="173736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3300" y="3771900"/>
            <a:ext cx="13538200" cy="1181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12407900"/>
            <a:ext cx="6413500" cy="520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6000" y="6565900"/>
            <a:ext cx="17754600" cy="1181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1400" y="8115300"/>
            <a:ext cx="20193000" cy="1181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392900" y="1257300"/>
            <a:ext cx="2895600" cy="495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8300" y="1485900"/>
            <a:ext cx="173736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89100" y="2844800"/>
            <a:ext cx="2794000" cy="2374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7200" y="5613400"/>
            <a:ext cx="2794000" cy="2679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8400" y="8356600"/>
            <a:ext cx="22059900" cy="224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24600" y="1257300"/>
            <a:ext cx="3263900" cy="495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3700" y="1485900"/>
            <a:ext cx="173736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3800" y="7188200"/>
            <a:ext cx="5892800" cy="469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11800" y="1790700"/>
            <a:ext cx="6629400" cy="4051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131800" y="4292600"/>
            <a:ext cx="5067300" cy="3213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5156200"/>
            <a:ext cx="5486400" cy="1358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915900" y="3136900"/>
            <a:ext cx="5486400" cy="1206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903200" y="7188200"/>
            <a:ext cx="59690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0200" y="4457700"/>
            <a:ext cx="5943600" cy="6667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4500" y="1993900"/>
            <a:ext cx="10807700" cy="1422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>
            <a:alphaModFix amt="70000"/>
          </a:blip>
          <a:stretch>
            <a:fillRect/>
          </a:stretch>
        </p:blipFill>
        <p:spPr>
          <a:xfrm>
            <a:off x="2298700" y="3378200"/>
            <a:ext cx="6692900" cy="6261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5000" y="5676900"/>
            <a:ext cx="5270500" cy="1892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70000"/>
          </a:blip>
          <a:stretch>
            <a:fillRect/>
          </a:stretch>
        </p:blipFill>
        <p:spPr>
          <a:xfrm>
            <a:off x="14363700" y="6794500"/>
            <a:ext cx="7086600" cy="5168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70000"/>
          </a:blip>
          <a:stretch>
            <a:fillRect/>
          </a:stretch>
        </p:blipFill>
        <p:spPr>
          <a:xfrm>
            <a:off x="13931900" y="1689100"/>
            <a:ext cx="8750300" cy="4559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494000" y="3505200"/>
            <a:ext cx="5943600" cy="952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049500" y="8902700"/>
            <a:ext cx="5943600" cy="952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024600" y="1257300"/>
            <a:ext cx="3263900" cy="495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63700" y="1485900"/>
            <a:ext cx="173736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5715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4500" y="4495800"/>
            <a:ext cx="10528300" cy="3136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24600" y="1257300"/>
            <a:ext cx="3263900" cy="495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3700" y="1485900"/>
            <a:ext cx="18669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9700" y="6375400"/>
            <a:ext cx="11595100" cy="5727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681200" y="3035300"/>
            <a:ext cx="7137400" cy="6337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09800" y="8102600"/>
            <a:ext cx="5486400" cy="3670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715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4500" y="2019300"/>
            <a:ext cx="10807700" cy="1358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4500" y="2019300"/>
            <a:ext cx="10807700" cy="1358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0800" y="5816600"/>
            <a:ext cx="15989300" cy="2247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38400" y="5295900"/>
            <a:ext cx="18821400" cy="3162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24600" y="1257300"/>
            <a:ext cx="3263900" cy="495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63700" y="1485900"/>
            <a:ext cx="186690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4500" y="1993900"/>
            <a:ext cx="10807700" cy="1422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9300" y="5003800"/>
            <a:ext cx="8191500" cy="88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19300" y="3898900"/>
            <a:ext cx="82042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109700" y="5003800"/>
            <a:ext cx="8191500" cy="88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21000"/>
          </a:blip>
          <a:stretch>
            <a:fillRect/>
          </a:stretch>
        </p:blipFill>
        <p:spPr>
          <a:xfrm>
            <a:off x="16129000" y="3302000"/>
            <a:ext cx="4432300" cy="1816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160500" y="3771900"/>
            <a:ext cx="8204200" cy="952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97100" y="5588000"/>
            <a:ext cx="20015200" cy="4838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024600" y="1257300"/>
            <a:ext cx="3263900" cy="495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63700" y="1485900"/>
            <a:ext cx="186690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24600" y="1257300"/>
            <a:ext cx="3263900" cy="495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3700" y="1485900"/>
            <a:ext cx="186690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9300" y="5435600"/>
            <a:ext cx="12725400" cy="2832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0" y="2019300"/>
            <a:ext cx="10807700" cy="1358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4100" y="9321800"/>
            <a:ext cx="12725400" cy="2425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0600" y="3479800"/>
            <a:ext cx="5486400" cy="533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87800" y="8750300"/>
            <a:ext cx="4508500" cy="1143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78000" y="3479800"/>
            <a:ext cx="5486400" cy="533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38700" y="3479800"/>
            <a:ext cx="5486400" cy="533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792700" y="8902700"/>
            <a:ext cx="30607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72500" y="5143500"/>
            <a:ext cx="2286000" cy="2273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45600" y="4038600"/>
            <a:ext cx="2286000" cy="2273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7700" y="3302000"/>
            <a:ext cx="2286000" cy="2273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64500" y="6388100"/>
            <a:ext cx="2286000" cy="2273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32000" y="4038600"/>
            <a:ext cx="2286000" cy="2273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024600" y="1257300"/>
            <a:ext cx="3263900" cy="495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63700" y="1485900"/>
            <a:ext cx="179070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65B6473-B48B-4176-B086-A13DF3C701D6}"/>
              </a:ext>
            </a:extLst>
          </p:cNvPr>
          <p:cNvGrpSpPr/>
          <p:nvPr/>
        </p:nvGrpSpPr>
        <p:grpSpPr>
          <a:xfrm>
            <a:off x="5524500" y="3302000"/>
            <a:ext cx="13347700" cy="9347200"/>
            <a:chOff x="5524500" y="3302000"/>
            <a:chExt cx="13347700" cy="9347200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4">
              <a:alphaModFix amt="35000"/>
            </a:blip>
            <a:stretch>
              <a:fillRect/>
            </a:stretch>
          </p:blipFill>
          <p:spPr>
            <a:xfrm>
              <a:off x="5524500" y="3302000"/>
              <a:ext cx="13347700" cy="9347200"/>
            </a:xfrm>
            <a:prstGeom prst="rect">
              <a:avLst/>
            </a:prstGeom>
          </p:spPr>
        </p:pic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32A06403-D0C9-4ECB-89EE-C79F425CF4A7}"/>
                </a:ext>
              </a:extLst>
            </p:cNvPr>
            <p:cNvGrpSpPr/>
            <p:nvPr/>
          </p:nvGrpSpPr>
          <p:grpSpPr>
            <a:xfrm>
              <a:off x="12992100" y="11252200"/>
              <a:ext cx="5270500" cy="1320800"/>
              <a:chOff x="12992100" y="11252200"/>
              <a:chExt cx="5270500" cy="1320800"/>
            </a:xfrm>
          </p:grpSpPr>
          <p:pic>
            <p:nvPicPr>
              <p:cNvPr id="24" name="Picture 2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92100" y="11252200"/>
                <a:ext cx="5270500" cy="1282700"/>
              </a:xfrm>
              <a:prstGeom prst="rect">
                <a:avLst/>
              </a:prstGeom>
            </p:spPr>
          </p:pic>
          <p:pic>
            <p:nvPicPr>
              <p:cNvPr id="25" name="Picture 2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677900" y="11747500"/>
                <a:ext cx="3924300" cy="825500"/>
              </a:xfrm>
              <a:prstGeom prst="rect">
                <a:avLst/>
              </a:prstGeom>
            </p:spPr>
          </p:pic>
        </p:grp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24600" y="1257300"/>
            <a:ext cx="3263900" cy="495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63700" y="1485900"/>
            <a:ext cx="179070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4500" y="2019300"/>
            <a:ext cx="10807700" cy="1358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525500" y="3429000"/>
            <a:ext cx="4203700" cy="3911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24700" y="4381500"/>
            <a:ext cx="2095500" cy="2819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58400" y="5994400"/>
            <a:ext cx="2730500" cy="901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16600" y="3517900"/>
            <a:ext cx="3124200" cy="787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16600" y="8026400"/>
            <a:ext cx="12458700" cy="63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25000" y="4597400"/>
            <a:ext cx="4152900" cy="1676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677900" y="8204200"/>
            <a:ext cx="4203700" cy="3911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77100" y="9156700"/>
            <a:ext cx="2095500" cy="2819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10800" y="10782300"/>
            <a:ext cx="2730500" cy="901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69000" y="8293100"/>
            <a:ext cx="3124200" cy="787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77400" y="9372600"/>
            <a:ext cx="41529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A9CB7851-53D0-4CAD-9C68-771A8317CB59}"/>
              </a:ext>
            </a:extLst>
          </p:cNvPr>
          <p:cNvGrpSpPr/>
          <p:nvPr/>
        </p:nvGrpSpPr>
        <p:grpSpPr>
          <a:xfrm>
            <a:off x="9550400" y="3302000"/>
            <a:ext cx="13347700" cy="9461500"/>
            <a:chOff x="9550400" y="3302000"/>
            <a:chExt cx="13347700" cy="9461500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4">
              <a:alphaModFix amt="35000"/>
            </a:blip>
            <a:stretch>
              <a:fillRect/>
            </a:stretch>
          </p:blipFill>
          <p:spPr>
            <a:xfrm>
              <a:off x="9550400" y="3302000"/>
              <a:ext cx="13347700" cy="9347200"/>
            </a:xfrm>
            <a:prstGeom prst="rect">
              <a:avLst/>
            </a:prstGeom>
          </p:spPr>
        </p:pic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4CCF9194-C2F4-4A72-B0C8-642153C5B03F}"/>
                </a:ext>
              </a:extLst>
            </p:cNvPr>
            <p:cNvGrpSpPr/>
            <p:nvPr/>
          </p:nvGrpSpPr>
          <p:grpSpPr>
            <a:xfrm>
              <a:off x="17018000" y="11252200"/>
              <a:ext cx="5486400" cy="1511300"/>
              <a:chOff x="17018000" y="11252200"/>
              <a:chExt cx="5486400" cy="1511300"/>
            </a:xfrm>
          </p:grpSpPr>
          <p:pic>
            <p:nvPicPr>
              <p:cNvPr id="26" name="Picture 2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018000" y="11252200"/>
                <a:ext cx="5486400" cy="1333500"/>
              </a:xfrm>
              <a:prstGeom prst="rect">
                <a:avLst/>
              </a:prstGeom>
            </p:spPr>
          </p:pic>
          <p:pic>
            <p:nvPicPr>
              <p:cNvPr id="27" name="Picture 2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500600" y="11709400"/>
                <a:ext cx="4191000" cy="1054100"/>
              </a:xfrm>
              <a:prstGeom prst="rect">
                <a:avLst/>
              </a:prstGeom>
            </p:spPr>
          </p:pic>
        </p:grp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24600" y="1257300"/>
            <a:ext cx="3263900" cy="495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63700" y="1485900"/>
            <a:ext cx="179070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98600" y="5168900"/>
            <a:ext cx="7874000" cy="707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886200"/>
            <a:ext cx="5651500" cy="4495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14500" y="2019300"/>
            <a:ext cx="10807700" cy="1358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551400" y="3429000"/>
            <a:ext cx="4203700" cy="3911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50600" y="4381500"/>
            <a:ext cx="2095500" cy="2819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084300" y="5969000"/>
            <a:ext cx="2730500" cy="927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42500" y="3479800"/>
            <a:ext cx="3124200" cy="876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42500" y="8026400"/>
            <a:ext cx="12458700" cy="63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550900" y="4597400"/>
            <a:ext cx="4152900" cy="1676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703800" y="8204200"/>
            <a:ext cx="4203700" cy="3911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03000" y="9156700"/>
            <a:ext cx="2095500" cy="2819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236700" y="10769600"/>
            <a:ext cx="2730500" cy="927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94900" y="8255000"/>
            <a:ext cx="3124200" cy="876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703300" y="9372600"/>
            <a:ext cx="4152900" cy="1676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98600" y="4889500"/>
            <a:ext cx="4038600" cy="102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5900" y="2082800"/>
            <a:ext cx="12725400" cy="1181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1100" y="4165600"/>
            <a:ext cx="3238500" cy="3416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91100" y="7937500"/>
            <a:ext cx="3238500" cy="209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34400" y="4165600"/>
            <a:ext cx="3238500" cy="341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4400" y="7937500"/>
            <a:ext cx="3238500" cy="209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090400" y="4165600"/>
            <a:ext cx="3238500" cy="3416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090400" y="7937500"/>
            <a:ext cx="3238500" cy="209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595600" y="4140200"/>
            <a:ext cx="3238500" cy="3416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595600" y="7912100"/>
            <a:ext cx="3238500" cy="2095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100800" y="4140200"/>
            <a:ext cx="3238500" cy="3416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100800" y="7912100"/>
            <a:ext cx="3238500" cy="2095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79600" y="10820400"/>
            <a:ext cx="2413000" cy="1422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29300" y="10795000"/>
            <a:ext cx="1549400" cy="952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17000" y="10756900"/>
            <a:ext cx="2273300" cy="952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763500" y="10756900"/>
            <a:ext cx="1892300" cy="1422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129000" y="10756900"/>
            <a:ext cx="2171700" cy="952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735800" y="10756900"/>
            <a:ext cx="1981200" cy="1422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22400" y="4140200"/>
            <a:ext cx="3238500" cy="3416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22400" y="7924800"/>
            <a:ext cx="3238500" cy="20955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024600" y="1257300"/>
            <a:ext cx="3263900" cy="4953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63700" y="1485900"/>
            <a:ext cx="17907000" cy="25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35100" y="10299700"/>
            <a:ext cx="20688300" cy="101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9300" y="5016500"/>
            <a:ext cx="12725400" cy="368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24600" y="1257300"/>
            <a:ext cx="3263900" cy="495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3700" y="1485900"/>
            <a:ext cx="190627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3100" y="-4838700"/>
            <a:ext cx="12877800" cy="2340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0400"/>
            <a:ext cx="22174200" cy="1238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19100"/>
            <a:ext cx="419100" cy="128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0" y="5600700"/>
            <a:ext cx="7112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161500" y="6654800"/>
            <a:ext cx="24892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212300" y="11455400"/>
            <a:ext cx="24130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2517100" y="1955800"/>
            <a:ext cx="17907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9300" y="5080000"/>
            <a:ext cx="12725400" cy="3556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24600" y="1257300"/>
            <a:ext cx="3263900" cy="495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3700" y="1485900"/>
            <a:ext cx="19062700" cy="25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사용자 지정</PresentationFormat>
  <Paragraphs>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SSAFY</cp:lastModifiedBy>
  <cp:revision>3</cp:revision>
  <dcterms:created xsi:type="dcterms:W3CDTF">2006-08-16T00:00:00Z</dcterms:created>
  <dcterms:modified xsi:type="dcterms:W3CDTF">2026-01-23T07:58:41Z</dcterms:modified>
</cp:coreProperties>
</file>